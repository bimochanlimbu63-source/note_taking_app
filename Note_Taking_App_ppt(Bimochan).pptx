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076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TAKING APP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Full-Stack CRUD Web Application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4297680"/>
            <a:ext cx="274320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BSc.CSIT Project Presentation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Bimochan Limbu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 Taking App is a full-stack web application that lets authenticated users create, view, edit, organize, search, pin, and delete personal notes — a secure, private digital workspace inspired by tools like Google Keep and Apple Notes.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 + CRUD)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37490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97480" y="38862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97480" y="4526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37490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38862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4526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1371600"/>
            <a:ext cx="4297680" cy="4846320"/>
          </a:xfrm>
          <a:prstGeom prst="roundRect">
            <a:avLst>
              <a:gd name="adj" fmla="val 1702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80960" y="173736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381" y="1903781"/>
            <a:ext cx="307238" cy="30723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582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68096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+ Vite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68096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+ Express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6809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MongoDB + Mongoose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8096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Session Auth (bcryptjs)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8836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60020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need a fast, simple way to capture and manage short pieces of information — but that data must remain private, organized, and accessible only to its owner.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310896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3429000"/>
            <a:ext cx="685800" cy="685800"/>
          </a:xfrm>
          <a:prstGeom prst="ellipse">
            <a:avLst/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360730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4251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46634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notes must never be visible to other users of the system.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43400" y="310896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63440" y="3429000"/>
            <a:ext cx="685800" cy="685800"/>
          </a:xfrm>
          <a:prstGeom prst="ellipse">
            <a:avLst/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748" y="360730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4251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Retrieval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63440" y="46634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to quickly find notes among many, without friction.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138160" y="310896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458200" y="3429000"/>
            <a:ext cx="685800" cy="685800"/>
          </a:xfrm>
          <a:prstGeom prst="ellipse">
            <a:avLst/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508" y="360730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8200" y="4251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Organization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458200" y="46634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notes should be easy to prioritize and revisit.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709014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5270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Authentication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25880" y="18562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session-based login with hashed password storage.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0" y="155448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334" y="170901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78040" y="15270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CRUD for Notes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178040" y="18562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create, view, edit, and delete notes via REST API.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74" y="335493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1729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Data Ownership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25880" y="35021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users can only access and modify their own notes.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0" y="320040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5334" y="335493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78040" y="31729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Pin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178040" y="35021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note organization through search and pinning.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484632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174" y="5000854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481888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UI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325880" y="51480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minimal, professional interface using React + Tailwind.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pairing a React single-page frontend with a secure Express + MongoDB backend, using server-side sessions instead of tokens for authentication.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2A2670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83080" y="297180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501" y="3138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246120"/>
            <a:ext cx="640080" cy="640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480560" y="27432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2A2670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349240" y="297180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5661" y="3138221"/>
            <a:ext cx="307238" cy="3072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8056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246120"/>
            <a:ext cx="640080" cy="64008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046720" y="274320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2A2670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8915400" y="297180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1821" y="3138221"/>
            <a:ext cx="307238" cy="3072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4672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548640" y="5120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stored in MongoDB via connect-mongo, and only a userId is kept in the session — never passwords or tokens.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14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17320" y="1828800"/>
            <a:ext cx="777240" cy="777240"/>
          </a:xfrm>
          <a:prstGeom prst="ellipse">
            <a:avLst/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02" y="20308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&amp; Login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37560" y="1554480"/>
            <a:ext cx="2514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206240" y="1828800"/>
            <a:ext cx="777240" cy="777240"/>
          </a:xfrm>
          <a:prstGeom prst="ellipse">
            <a:avLst/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322" y="2030882"/>
            <a:ext cx="373075" cy="3730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Sessions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1554480"/>
            <a:ext cx="2514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995160" y="1828800"/>
            <a:ext cx="777240" cy="777240"/>
          </a:xfrm>
          <a:prstGeom prst="ellipse">
            <a:avLst/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7242" y="2030882"/>
            <a:ext cx="373075" cy="373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Notes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915400" y="1554480"/>
            <a:ext cx="2514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9784080" y="1828800"/>
            <a:ext cx="777240" cy="777240"/>
          </a:xfrm>
          <a:prstGeom prst="ellipse">
            <a:avLst/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6162" y="2030882"/>
            <a:ext cx="373075" cy="3730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06840" y="2788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Notes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931920"/>
            <a:ext cx="2514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1417320" y="4206240"/>
            <a:ext cx="777240" cy="777240"/>
          </a:xfrm>
          <a:prstGeom prst="ellipse">
            <a:avLst/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9402" y="4408322"/>
            <a:ext cx="373075" cy="3730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080" y="5166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Notes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3337560" y="3931920"/>
            <a:ext cx="2514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4206240" y="4206240"/>
            <a:ext cx="777240" cy="777240"/>
          </a:xfrm>
          <a:prstGeom prst="ellipse">
            <a:avLst/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8322" y="4408322"/>
            <a:ext cx="373075" cy="37307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429000" y="5166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Notes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126480" y="3931920"/>
            <a:ext cx="2514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6995160" y="4206240"/>
            <a:ext cx="777240" cy="777240"/>
          </a:xfrm>
          <a:prstGeom prst="ellipse">
            <a:avLst/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7242" y="4408322"/>
            <a:ext cx="373075" cy="37307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217920" y="5166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Notes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8915400" y="3931920"/>
            <a:ext cx="2514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3"/>
          <p:cNvSpPr/>
          <p:nvPr/>
        </p:nvSpPr>
        <p:spPr>
          <a:xfrm>
            <a:off x="9784080" y="4206240"/>
            <a:ext cx="777240" cy="777240"/>
          </a:xfrm>
          <a:prstGeom prst="ellipse">
            <a:avLst/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86162" y="4408322"/>
            <a:ext cx="373075" cy="37307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06840" y="5166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Protection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4663440"/>
          </a:xfrm>
          <a:prstGeom prst="roundRect">
            <a:avLst>
              <a:gd name="adj" fmla="val 2712"/>
            </a:avLst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1828800"/>
            <a:ext cx="777240" cy="7772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842" y="20308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251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4754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74720" y="1554480"/>
            <a:ext cx="2697480" cy="4663440"/>
          </a:xfrm>
          <a:prstGeom prst="roundRect">
            <a:avLst>
              <a:gd name="adj" fmla="val 2712"/>
            </a:avLst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34840" y="1828800"/>
            <a:ext cx="777240" cy="7772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922" y="203088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57600" y="3246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57600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657600" y="4251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express-session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657600" y="4754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connect-mongo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00800" y="1554480"/>
            <a:ext cx="2697480" cy="4663440"/>
          </a:xfrm>
          <a:prstGeom prst="roundRect">
            <a:avLst>
              <a:gd name="adj" fmla="val 2712"/>
            </a:avLst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360920" y="1828800"/>
            <a:ext cx="777240" cy="7772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3002" y="2030882"/>
            <a:ext cx="373075" cy="3730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583680" y="3246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583680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326880" y="1554480"/>
            <a:ext cx="2697480" cy="4663440"/>
          </a:xfrm>
          <a:prstGeom prst="roundRect">
            <a:avLst>
              <a:gd name="adj" fmla="val 2712"/>
            </a:avLst>
          </a:prstGeom>
          <a:solidFill>
            <a:srgbClr val="EE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10287000" y="1828800"/>
            <a:ext cx="777240" cy="7772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9082" y="2030882"/>
            <a:ext cx="373075" cy="3730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2688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Tools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509760" y="3246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509760" y="3749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509760" y="42519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371600" y="1554480"/>
            <a:ext cx="9418320" cy="1371600"/>
          </a:xfrm>
          <a:prstGeom prst="roundRect">
            <a:avLst>
              <a:gd name="adj" fmla="val 5333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91640" y="1874520"/>
            <a:ext cx="731520" cy="731520"/>
          </a:xfrm>
          <a:prstGeom prst="ellipse">
            <a:avLst/>
          </a:prstGeom>
          <a:solidFill>
            <a:srgbClr val="4C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835" y="20647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51760" y="17190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Layer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51760" y="21214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— Login, Register, Dashboard pages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52160" y="2816352"/>
            <a:ext cx="411480" cy="411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371600" y="3200400"/>
            <a:ext cx="9418320" cy="1371600"/>
          </a:xfrm>
          <a:prstGeom prst="roundRect">
            <a:avLst>
              <a:gd name="adj" fmla="val 5333"/>
            </a:avLst>
          </a:prstGeom>
          <a:solidFill>
            <a:srgbClr val="312E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691640" y="3520440"/>
            <a:ext cx="731520" cy="731520"/>
          </a:xfrm>
          <a:prstGeom prst="ellipse">
            <a:avLst/>
          </a:prstGeom>
          <a:solidFill>
            <a:srgbClr val="4C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1835" y="3710635"/>
            <a:ext cx="351130" cy="3511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651760" y="33649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2651760" y="37673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 — Auth routes &amp; Note routes, protected by session middleware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52160" y="4462272"/>
            <a:ext cx="411480" cy="4114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371600" y="4846320"/>
            <a:ext cx="9418320" cy="1371600"/>
          </a:xfrm>
          <a:prstGeom prst="roundRect">
            <a:avLst>
              <a:gd name="adj" fmla="val 5333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1691640" y="5166360"/>
            <a:ext cx="731520" cy="731520"/>
          </a:xfrm>
          <a:prstGeom prst="ellipse">
            <a:avLst/>
          </a:prstGeom>
          <a:solidFill>
            <a:srgbClr val="4C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1835" y="5356555"/>
            <a:ext cx="351130" cy="3511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651760" y="50109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2651760" y="54132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Users, Notes, and Sessions collections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(ER Overview)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82880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280160" y="2423160"/>
            <a:ext cx="32918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(ObjectId)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71600" y="30906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(String)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71600" y="35753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(String, unique)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405993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 (String)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71600" y="45445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 / updatedAt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06640" y="1371600"/>
            <a:ext cx="3840480" cy="4297680"/>
          </a:xfrm>
          <a:prstGeom prst="roundRect">
            <a:avLst>
              <a:gd name="adj" fmla="val 1905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06640" y="1508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9520" y="1965960"/>
            <a:ext cx="34747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80960" y="21488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(ObjectId)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80960" y="26334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(ref: User)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80960" y="311810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(String)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360273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(String)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80960" y="40873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(String[])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680960" y="4572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(Boolean)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680960" y="50566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E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 / updatedAt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3474720"/>
            <a:ext cx="2651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30632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06240" y="5852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owns many notes, linked via Note.userId → User._id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19456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2A2670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00200" y="2468880"/>
            <a:ext cx="777240" cy="7772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282" y="26709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429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Signup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8404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bcryptjs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246120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11880" y="219456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2A2670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389120" y="2468880"/>
            <a:ext cx="777240" cy="7772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202" y="2670962"/>
            <a:ext cx="373075" cy="3730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03320" y="3429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Login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703320" y="38404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246120"/>
            <a:ext cx="457200" cy="4572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400800" y="219456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2A2670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7178040" y="2468880"/>
            <a:ext cx="777240" cy="7772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122" y="2670962"/>
            <a:ext cx="373075" cy="3730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92240" y="3429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Session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6492240" y="38404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stored 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(MongoDB)</a:t>
            </a:r>
            <a:endParaRPr lang="en-US" sz="11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3246120"/>
            <a:ext cx="457200" cy="45720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189720" y="219456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2A2670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4"/>
          <p:cNvSpPr/>
          <p:nvPr/>
        </p:nvSpPr>
        <p:spPr>
          <a:xfrm>
            <a:off x="9966960" y="2468880"/>
            <a:ext cx="777240" cy="7772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9042" y="2670962"/>
            <a:ext cx="373075" cy="37307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281160" y="34290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Protected Routes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9281160" y="38404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checks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on every request</a:t>
            </a:r>
            <a:endParaRPr lang="en-US" sz="1150" dirty="0"/>
          </a:p>
        </p:txBody>
      </p:sp>
      <p:sp>
        <p:nvSpPr>
          <p:cNvPr id="26" name="Text 17"/>
          <p:cNvSpPr/>
          <p:nvPr/>
        </p:nvSpPr>
        <p:spPr>
          <a:xfrm>
            <a:off x="822960" y="53949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cookies are httpOnly and stored server-side — passwords are never sent back to the client after login.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&amp; API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600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0" y="16002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note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5146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25146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notes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4290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/api/notes/:id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one note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448056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CA8A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4805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43434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/api/notes/:id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43434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note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0424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" y="539496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53949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52578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/api/notes/:id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35040" y="52578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note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Screenshots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Screenshots of Login, Register, and Dashboard ]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EEF0FF"/>
          </a:solidFill>
          <a:ln w="19050">
            <a:solidFill>
              <a:srgbClr val="4F46E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65960" y="34747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68" y="36530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297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210312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EEF0FF"/>
          </a:solidFill>
          <a:ln w="19050">
            <a:solidFill>
              <a:srgbClr val="4F46E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715000" y="34747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36530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97680" y="4297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Page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46720" y="210312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EEF0FF"/>
          </a:solidFill>
          <a:ln w="19050">
            <a:solidFill>
              <a:srgbClr val="4F46E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9464040" y="34747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348" y="365302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0" y="4297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8" name="Picture 17" descr="A screenshot of a login screen&#10;&#10;Description automatically generated">
            <a:extLst>
              <a:ext uri="{FF2B5EF4-FFF2-40B4-BE49-F238E27FC236}">
                <a16:creationId xmlns:a16="http://schemas.microsoft.com/office/drawing/2014/main" id="{2D43FB36-BABD-90C7-5E50-1A16E8F04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1" y="2514600"/>
            <a:ext cx="3520440" cy="3291840"/>
          </a:xfrm>
          <a:prstGeom prst="rect">
            <a:avLst/>
          </a:prstGeom>
        </p:spPr>
      </p:pic>
      <p:pic>
        <p:nvPicPr>
          <p:cNvPr id="19" name="Picture 18" descr="A screenshot of a note taking app&#10;&#10;Description automatically generated">
            <a:extLst>
              <a:ext uri="{FF2B5EF4-FFF2-40B4-BE49-F238E27FC236}">
                <a16:creationId xmlns:a16="http://schemas.microsoft.com/office/drawing/2014/main" id="{55548757-E496-AEDE-F613-C1CE2C1289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514601"/>
            <a:ext cx="3520440" cy="3291840"/>
          </a:xfrm>
          <a:prstGeom prst="rect">
            <a:avLst/>
          </a:prstGeom>
        </p:spPr>
      </p:pic>
      <p:pic>
        <p:nvPicPr>
          <p:cNvPr id="20" name="Picture 19" descr="A screenshot of a computer&#10;&#10;Description automatically generated">
            <a:extLst>
              <a:ext uri="{FF2B5EF4-FFF2-40B4-BE49-F238E27FC236}">
                <a16:creationId xmlns:a16="http://schemas.microsoft.com/office/drawing/2014/main" id="{AA6595F5-8871-372F-BC67-44471FA1BC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514601"/>
            <a:ext cx="3520440" cy="32918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19952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Tests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889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7249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with valid &amp; missing data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7472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34107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email rejected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6052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25880" y="40965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correct / incorrect password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4632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25880" y="47823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/api/auth/me while logged in &amp; out</a:t>
            </a:r>
            <a:endParaRPr lang="en-US" sz="1250" dirty="0"/>
          </a:p>
        </p:txBody>
      </p:sp>
      <p:sp>
        <p:nvSpPr>
          <p:cNvPr id="15" name="Shape 8"/>
          <p:cNvSpPr/>
          <p:nvPr/>
        </p:nvSpPr>
        <p:spPr>
          <a:xfrm>
            <a:off x="6172200" y="155448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9"/>
          <p:cNvSpPr/>
          <p:nvPr/>
        </p:nvSpPr>
        <p:spPr>
          <a:xfrm>
            <a:off x="6492240" y="182880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661" y="1995221"/>
            <a:ext cx="307238" cy="30723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26948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Tests</a:t>
            </a:r>
            <a:endParaRPr lang="en-US" sz="16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788920"/>
            <a:ext cx="320040" cy="32004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49440" y="27249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 a note</a:t>
            </a:r>
            <a:endParaRPr lang="en-US" sz="12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474720"/>
            <a:ext cx="320040" cy="32004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949440" y="34107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note ID handling</a:t>
            </a:r>
            <a:endParaRPr lang="en-US" sz="12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160520"/>
            <a:ext cx="320040" cy="32004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949440" y="40965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request blocked</a:t>
            </a:r>
            <a:endParaRPr lang="en-US" sz="125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46320"/>
            <a:ext cx="320040" cy="32004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949440" y="47823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another user's note blocked</a:t>
            </a:r>
            <a:endParaRPr lang="en-US" sz="1250" dirty="0"/>
          </a:p>
        </p:txBody>
      </p:sp>
      <p:sp>
        <p:nvSpPr>
          <p:cNvPr id="27" name="Text 1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2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9138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09928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failing silently due to a URL/baseURL mismatch between frontend and backend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103120"/>
            <a:ext cx="45720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0" y="16002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629400" y="178308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159" y="191383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69480" y="170992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the axios baseURL and relative request paths across the app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48640" y="32004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3514039"/>
            <a:ext cx="241402" cy="241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310128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cookies not persisting across requests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703320"/>
            <a:ext cx="457200" cy="4572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400800" y="32004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6629400" y="338328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159" y="3514039"/>
            <a:ext cx="241402" cy="24140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269480" y="331012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CORS with credentials and connect-mongo for persistent session storage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548640" y="48006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4"/>
          <p:cNvSpPr/>
          <p:nvPr/>
        </p:nvSpPr>
        <p:spPr>
          <a:xfrm>
            <a:off x="777240" y="498348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5114239"/>
            <a:ext cx="241402" cy="24140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417320" y="4910328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access to other users’ notes</a:t>
            </a:r>
            <a:endParaRPr lang="en-US" sz="12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5303520"/>
            <a:ext cx="457200" cy="45720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6400800" y="48006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17"/>
          <p:cNvSpPr/>
          <p:nvPr/>
        </p:nvSpPr>
        <p:spPr>
          <a:xfrm>
            <a:off x="6629400" y="498348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159" y="5114239"/>
            <a:ext cx="241402" cy="24140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269480" y="491032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ownership checks (userId match) in every note controller and requireAuth middleware</a:t>
            </a:r>
            <a:endParaRPr lang="en-US" sz="1200" dirty="0"/>
          </a:p>
        </p:txBody>
      </p:sp>
      <p:sp>
        <p:nvSpPr>
          <p:cNvPr id="30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31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4937760" cy="1920240"/>
          </a:xfrm>
          <a:prstGeom prst="roundRect">
            <a:avLst>
              <a:gd name="adj" fmla="val 4762"/>
            </a:avLst>
          </a:prstGeom>
          <a:solidFill>
            <a:srgbClr val="2A2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" y="21899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9933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Tag-based filtering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965960" y="2377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existing tags field in the UI for filtering notes.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4937760" cy="1920240"/>
          </a:xfrm>
          <a:prstGeom prst="roundRect">
            <a:avLst>
              <a:gd name="adj" fmla="val 4762"/>
            </a:avLst>
          </a:prstGeom>
          <a:solidFill>
            <a:srgbClr val="2A2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0" y="201168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108" y="21899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9933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sharing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69480" y="2377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controlled sharing of notes between users.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4023360"/>
            <a:ext cx="4937760" cy="1920240"/>
          </a:xfrm>
          <a:prstGeom prst="roundRect">
            <a:avLst>
              <a:gd name="adj" fmla="val 4762"/>
            </a:avLst>
          </a:prstGeom>
          <a:solidFill>
            <a:srgbClr val="2A2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097280" y="429768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588" y="44759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42793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reset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965960" y="4663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email-based password recovery.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26480" y="4023360"/>
            <a:ext cx="4937760" cy="1920240"/>
          </a:xfrm>
          <a:prstGeom prst="roundRect">
            <a:avLst>
              <a:gd name="adj" fmla="val 4762"/>
            </a:avLst>
          </a:prstGeom>
          <a:solidFill>
            <a:srgbClr val="2A2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00800" y="429768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9108" y="447598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42793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69480" y="4663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React frontend into a mobile-friendly PWA.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8836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5544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 Taking App successfully demonstrates secure, session-based authentication and complete CRUD functionality with strict per-user data ownership — meeting every mandatory requirement of the project brief.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004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31272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the full MERN-style stack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3813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understanding of session vs. token authentication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7200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1600" y="44988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debugging of full-stack integration issues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Taking App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4F46E5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66360" y="1737360"/>
            <a:ext cx="1005840" cy="100584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878" y="199887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017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3886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Questions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937760" y="4663440"/>
            <a:ext cx="228600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Bimochan Limbu  |  BSc.CSIT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887</Words>
  <Application>Microsoft Office PowerPoint</Application>
  <PresentationFormat>Widescreen</PresentationFormat>
  <Paragraphs>214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Bmochan Tumba</cp:lastModifiedBy>
  <cp:revision>2</cp:revision>
  <dcterms:created xsi:type="dcterms:W3CDTF">2026-08-16T14:37:13Z</dcterms:created>
  <dcterms:modified xsi:type="dcterms:W3CDTF">2026-08-16T15:05:33Z</dcterms:modified>
</cp:coreProperties>
</file>